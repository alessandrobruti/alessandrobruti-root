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CONDURLA</a:t>
            </a:r>
          </a:p>
          <a:p>
            <a:r>
              <a:t>Si parte dalla colonna KPI: è questo che volete vedere? Poi, per ciascuno: il dato c'è? Chi lo estrae?</a:t>
            </a:r>
          </a:p>
          <a:p/>
          <a:p>
            <a:r>
              <a:t>ORDINE CONSIGLIATO</a:t>
            </a:r>
          </a:p>
          <a:p>
            <a:r>
              <a:t>1. Fatturato per canale e per tipologia. Il 95/5 oggi è dichiarato, non misurato, e non è chiaro se Amazon Vendor stia nel B2B o nell'online.</a:t>
            </a:r>
          </a:p>
          <a:p>
            <a:r>
              <a:t>2. Margine: è la base del business case per il payback sotto i 24 mesi chiesto da Zanuso.</a:t>
            </a:r>
          </a:p>
          <a:p>
            <a:r>
              <a:t>3. OEM: è lì che cresce la divisione, ma non esiste una pipeline.</a:t>
            </a:r>
          </a:p>
          <a:p>
            <a:r>
              <a:t>4. Amazon: per l'incidenza reale di fee, logistica e 595 k€ di pubblicità serve il fatturato Amazon.</a:t>
            </a:r>
          </a:p>
          <a:p>
            <a:r>
              <a:t>5. Riacquisto filtri e contatti: servono a validare l'ipotesi dei 150 k€.</a:t>
            </a:r>
          </a:p>
          <a:p>
            <a:r>
              <a:t>6. Richieste clienti e obiettivi.</a:t>
            </a:r>
          </a:p>
          <a:p/>
          <a:p>
            <a:r>
              <a:t>TRE DOMANDE DA CHIUDERE AL TAVOLO</a:t>
            </a:r>
          </a:p>
          <a:p>
            <a:r>
              <a:t>- L'e-shop vale 16 ordini al mese o "centinaia di k€"?</a:t>
            </a:r>
          </a:p>
          <a:p>
            <a:r>
              <a:t>- L'integrazione ERP-Amazon è live o a file CSV?</a:t>
            </a:r>
          </a:p>
          <a:p>
            <a:r>
              <a:t>- La vendita di hardware sul sito, quando?</a:t>
            </a:r>
          </a:p>
          <a:p/>
          <a:p>
            <a:r>
              <a:t>Versione completa della richiesta: Data_Request_LAica.xlsx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301752"/>
            <a:ext cx="54864" cy="420624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" y="274320"/>
            <a:ext cx="597103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anrope"/>
              </a:rPr>
              <a:t>Cosa vogliamo misurare e cosa ci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786384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Manrope"/>
              </a:rPr>
              <a:t>Una richiesta unica, da validare insieme: per ogni KPI, il dato minimo e chi lo estrae. Consegna entro il </a:t>
            </a:r>
            <a:r>
              <a:rPr sz="1000" b="1">
                <a:solidFill>
                  <a:srgbClr val="3A3A3A"/>
                </a:solidFill>
                <a:latin typeface="Manrope"/>
              </a:rPr>
              <a:t>09/10</a:t>
            </a:r>
            <a:r>
              <a:rPr sz="1000" b="0">
                <a:solidFill>
                  <a:srgbClr val="3A3A3A"/>
                </a:solidFill>
                <a:latin typeface="Manrope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15568"/>
          <a:ext cx="8778240" cy="31638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"/>
                <a:gridCol w="1417320"/>
                <a:gridCol w="2331720"/>
                <a:gridCol w="2697480"/>
                <a:gridCol w="1097280"/>
                <a:gridCol w="96012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nrope"/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anrope"/>
                        </a:rPr>
                        <a:t>KPI da tracciare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anrope"/>
                        </a:rPr>
                        <a:t>Come lo vogliamo vedere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anrope"/>
                        </a:rPr>
                        <a:t>Dato da estrarre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anrope"/>
                        </a:rPr>
                        <a:t>Da dove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anrope"/>
                        </a:rPr>
                        <a:t>Chi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Fatturato per canale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B2B distributori/rete agenti · GDO e retail · OEM · Amazon Vendor · Amazon Seller · e-shop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Righe fattura e note di credito 2023→oggi: cliente, canale, paese, articolo, importo netto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JGalileo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Amministrazione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Fatturato per tipologia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Filtrazione · sottovuoto · health · kitchen; hardware vs consumabili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Stesso export + anagrafica articoli con famiglia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JGalileo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Amministrazione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Margine per canale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Ricavo netto − costo prodotto − costi di canale (premi, fee, logistica)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Costo per articolo + premi e contributi ai clienti 2024-25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JGalileo / Excel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CFO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Clienti B2B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Attivi, nuovi, persi, per canale e paese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Anagrafica clienti con tipologia e data del primo ordine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JGalileo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Commerciale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Pipeline OEM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Opportunità, valore, stato, tempi di chiusura, vinte/perse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Elenco offerte e progetti OEM 2023→oggi (va bene un Excel)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Excel / email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Commerciale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Vendite e costo reale Amazon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Per paese e prodotto: fee, logistica, resi, pubblicità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Business report, settlement, vendite Vendor, campagne Ads 2025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Seller/Vendor Central, Ads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Resp. Amazon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E-shop: ordini e riacquisto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Ordini, valore medio, % di clienti che ricomprano i filtri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Export ordini 2023→oggi con id cliente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WooCommerce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Marketing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Contatti utilizzabili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Con consenso, per fonte e paese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Export contatti + tipo di licenza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HubSpot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Marketing / IT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Richieste clienti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Per canale e motivo, tempi di risposta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Export richieste 2025 (casella email, form o strumento in uso)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Da capire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Customer Service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Manrope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</a:lnB>
                    <a:solidFill>
                      <a:srgbClr val="FDC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000000"/>
                          </a:solidFill>
                          <a:latin typeface="Manrope"/>
                        </a:rPr>
                        <a:t>Obiettivi 2026-28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Target ricavi per canale e paese, budget marketing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3A3A3A"/>
                          </a:solidFill>
                          <a:latin typeface="Manrope"/>
                        </a:rPr>
                        <a:t>Piano triennale / budget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Documento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90" b="0">
                          <a:solidFill>
                            <a:srgbClr val="000000"/>
                          </a:solidFill>
                          <a:latin typeface="Manrope"/>
                        </a:rPr>
                        <a:t>CEO / CFO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" y="4389120"/>
            <a:ext cx="877824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4531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Manrope"/>
              </a:rPr>
              <a:t>Formato: </a:t>
            </a:r>
            <a:r>
              <a:rPr sz="700" b="0">
                <a:solidFill>
                  <a:srgbClr val="000000"/>
                </a:solidFill>
                <a:latin typeface="Manrope"/>
              </a:rPr>
              <a:t>CSV o Excel, va bene l'estrazione grezza.   </a:t>
            </a:r>
            <a:r>
              <a:rPr sz="700" b="1">
                <a:solidFill>
                  <a:srgbClr val="000000"/>
                </a:solidFill>
                <a:latin typeface="Manrope"/>
              </a:rPr>
              <a:t>Dati dei consumatori: </a:t>
            </a:r>
            <a:r>
              <a:rPr sz="700" b="0">
                <a:solidFill>
                  <a:srgbClr val="000000"/>
                </a:solidFill>
                <a:latin typeface="Manrope"/>
              </a:rPr>
              <a:t>va bene l'email pseudonimizzata, purché uguale in tutti i file.   </a:t>
            </a:r>
            <a:r>
              <a:rPr sz="700" b="1">
                <a:solidFill>
                  <a:srgbClr val="000000"/>
                </a:solidFill>
                <a:latin typeface="Manrope"/>
              </a:rPr>
              <a:t>Se un dato non c'è, va detto: è già un risultato.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